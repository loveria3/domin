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4572000"/>
          </a:xfrm>
          <a:prstGeom prst="rect">
            <a:avLst/>
          </a:prstGeom>
          <a:solidFill>
            <a:srgbClr val="1F3A2B"/>
          </a:solidFill>
          <a:ln w="12700">
            <a:solidFill>
              <a:srgbClr val="1F3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0" y="640080"/>
            <a:ext cx="1920240" cy="19202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2103120"/>
            <a:ext cx="822960" cy="822960"/>
          </a:xfrm>
          <a:prstGeom prst="ellipse">
            <a:avLst/>
          </a:prstGeom>
          <a:solidFill>
            <a:srgbClr val="F28C28">
              <a:alpha val="65000"/>
            </a:srgbClr>
          </a:solidFill>
          <a:ln w="12700">
            <a:solidFill>
              <a:srgbClr val="F28C28">
                <a:alpha val="6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731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E3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우리동네 올레길 소개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한라마을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돌담 올레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돌담 따라, 귤밭 따라 — 우리 동네 한 바퀴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983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28C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5.2</a:t>
            </a:r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km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760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바퀴 거리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4983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28C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시간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5760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쉬엄쉬엄 걸어서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4983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28C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쉬움</a:t>
            </a:r>
            <a:pPr indent="0" marL="0">
              <a:buNone/>
            </a:pP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5760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오르막이 거의 없어요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분께 좋아요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701344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69494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가볍게 걷고 싶은 이웃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747064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74066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찍기 좋아하는 가족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792784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78638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제주 옛 마을 이야기가 궁금한 분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850392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8641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걷기 행사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9052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매월 둘째 토요일 오전 9시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한라마을 마을회관 앞 출발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참가비 없음 · 비 오면 다음 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6446520"/>
            <a:ext cx="2121408" cy="35661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9050">
            <a:solidFill>
              <a:srgbClr val="A0A0A0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4983480" y="76352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 넣을 자리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818388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클로드에게 부탁해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세부안내 QR을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넣어 보세요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101955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제주도민대학 수업용 가상 예시입니다. 실제 장소 · 행사가 아닙니다.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걷는 순서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마을회관에서 출발해 한 바퀴 돌아 다시 마을회관으로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2240280"/>
            <a:ext cx="0" cy="4343400"/>
          </a:xfrm>
          <a:prstGeom prst="line">
            <a:avLst/>
          </a:prstGeom>
          <a:noFill/>
          <a:ln w="25400">
            <a:solidFill>
              <a:srgbClr val="C9C9C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1F3A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933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마을회관</a:t>
            </a:r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출발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408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 도장 찍고 물 챙기기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862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팽나무 쉼터</a:t>
            </a:r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0.8km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2095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오래된 팽나무 그늘에서 첫 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7307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돌담 골목</a:t>
            </a:r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1.9km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078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구불구불 검은 돌담, 사진 찍기 좋은 곳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599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감귤밭 전망대</a:t>
            </a:r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3.2km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946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11월엔 노랗게 익은 귤밭이 한눈에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457200" cy="45720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4681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용천수 빨래터</a:t>
            </a:r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4.3km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58155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옛날 마을 사람들이 빨래하던 샘물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6355080"/>
            <a:ext cx="457200" cy="457200"/>
          </a:xfrm>
          <a:prstGeom prst="ellipse">
            <a:avLst/>
          </a:prstGeom>
          <a:solidFill>
            <a:srgbClr val="1F3A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6355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63367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마을회관</a:t>
            </a:r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도착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6684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도장 받고 따뜻한 차 한 잔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7452360"/>
            <a:ext cx="3081528" cy="1920240"/>
          </a:xfrm>
          <a:prstGeom prst="roundRect">
            <a:avLst>
              <a:gd name="adj" fmla="val 5714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768096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8229600"/>
            <a:ext cx="2624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편한 운동화, 모자, 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바람막이 (11월 제주 바람)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(QR 안내 보기)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931920" y="7452360"/>
            <a:ext cx="3081528" cy="1920240"/>
          </a:xfrm>
          <a:prstGeom prst="roundRect">
            <a:avLst>
              <a:gd name="adj" fmla="val 5714"/>
            </a:avLst>
          </a:prstGeom>
          <a:solidFill>
            <a:srgbClr val="E8F0EA"/>
          </a:solidFill>
          <a:ln w="12700">
            <a:solidFill>
              <a:srgbClr val="E8F0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06240" y="768096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걷기 약속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4206240" y="8229600"/>
            <a:ext cx="2624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귤밭 안에 들어가지 않기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돌담 위에 올라가지 않기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쓰레기는 되가져가기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10104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문의: 한라마을 걷기모임 (가상 예시)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한라마을 돌담 올레 팜플렛</dc:title>
  <dc:subject>PptxGenJS Presentation</dc:subject>
  <dc:creator>PptxGenJS</dc:creator>
  <cp:lastModifiedBy>PptxGenJS</cp:lastModifiedBy>
  <cp:revision>1</cp:revision>
  <dcterms:created xsi:type="dcterms:W3CDTF">2026-09-30T08:59:58Z</dcterms:created>
  <dcterms:modified xsi:type="dcterms:W3CDTF">2026-09-30T08:59:58Z</dcterms:modified>
</cp:coreProperties>
</file>